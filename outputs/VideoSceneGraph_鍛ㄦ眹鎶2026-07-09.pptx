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18c095bdc14427" /><Relationship Type="http://schemas.openxmlformats.org/officeDocument/2006/relationships/extended-properties" Target="/docProps/app.xml" Id="R874a6eef9f4a4d43" /><Relationship Type="http://schemas.openxmlformats.org/officeDocument/2006/relationships/officeDocument" Target="/ppt/presentation.xml" Id="R64081823041e46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41508d40f34a86"/>
  </p:sldMasterIdLst>
  <p:notesMasterIdLst>
    <p:notesMasterId xmlns:r="http://schemas.openxmlformats.org/officeDocument/2006/relationships" r:id="Ra4c35f2df765444b"/>
  </p:notesMasterIdLst>
  <p:sldIdLst>
    <p:sldId xmlns:r="http://schemas.openxmlformats.org/officeDocument/2006/relationships" id="256" r:id="R3f83e7bfcd3c4524"/>
    <p:sldId xmlns:r="http://schemas.openxmlformats.org/officeDocument/2006/relationships" id="257" r:id="R9bd20bf4dc58490e"/>
    <p:sldId xmlns:r="http://schemas.openxmlformats.org/officeDocument/2006/relationships" id="258" r:id="R0248b54fd7964f8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66da8c4d6046bc" /><Relationship Type="http://schemas.openxmlformats.org/officeDocument/2006/relationships/slideMaster" Target="/ppt/slideMasters/slideMaster1.xml" Id="R9a41508d40f34a86" /><Relationship Type="http://schemas.openxmlformats.org/officeDocument/2006/relationships/notesMaster" Target="/ppt/notesMasters/notesMaster1.xml" Id="Ra4c35f2df765444b" /><Relationship Type="http://schemas.openxmlformats.org/officeDocument/2006/relationships/presProps" Target="/ppt/presProps.xml" Id="R26b4cbe90a5f400b" /><Relationship Type="http://schemas.openxmlformats.org/officeDocument/2006/relationships/tableStyles" Target="/ppt/tableStyles.xml" Id="Rb4647807083c4f6b" /><Relationship Type="http://schemas.openxmlformats.org/officeDocument/2006/relationships/slide" Target="/ppt/slides/slide1.xml" Id="R3f83e7bfcd3c4524" /><Relationship Type="http://schemas.openxmlformats.org/officeDocument/2006/relationships/slide" Target="/ppt/slides/slide2.xml" Id="R9bd20bf4dc58490e" /><Relationship Type="http://schemas.openxmlformats.org/officeDocument/2006/relationships/slide" Target="/ppt/slides/slide3.xml" Id="R0248b54fd7964f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5556e7d6674b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6494d65d0d456d" /><Relationship Type="http://schemas.openxmlformats.org/officeDocument/2006/relationships/notesMaster" Target="/ppt/notesMasters/notesMaster1.xml" Id="Rbd8fc14709f74d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079b2db13b4c25" /><Relationship Type="http://schemas.openxmlformats.org/officeDocument/2006/relationships/notesMaster" Target="/ppt/notesMasters/notesMaster1.xml" Id="Rf309e4063c5846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3a65bf3c54468b" /><Relationship Type="http://schemas.openxmlformats.org/officeDocument/2006/relationships/notesMaster" Target="/ppt/notesMasters/notesMaster1.xml" Id="R7e42f32e12224c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5055e32484b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fb2a37e6104d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26f65ffb484b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58754ba044d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d3aea88f249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1eefb61674d6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feb51b9f141d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5f670ddd1d485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4448fdc9b4e8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494af69e84ab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804b5205042f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2BA5D6-F62C-48C4-9C8B-8155303A76B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6112FCB-4EBE-4FDB-88E1-BBF2F7D297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50FEA6-C504-414D-A38E-346CFBA024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2026/7/2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0E4B6A-9FD4-4CEA-8CBE-21C65EA8FF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F0AAA7-6ECF-4B9A-82DF-FABF7EF3BA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EAC351-3F65-4B55-BEAA-E5995FE126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A8C996-BF7E-4065-82B2-77008C1EE3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432434-4153-4692-886D-15FED9854C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2026/7/2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C86687-352B-41AD-8377-E388EBC528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0D3442-03B4-45EF-8DCA-F19B80BF87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A691EB-39A7-4FC3-9CAE-B211DE5D19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2AFB590-079E-4166-BC36-9B0BB98B4C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2D4D4E7-AF35-4A02-AA4A-06C7CFF79A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2026/7/2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F7350C-D0BE-4A65-B93D-053F004CB1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207FC4-727E-4628-9C60-DCEC5A4DED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801FF-3C4E-47B5-B695-CEB59273AC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6869963-F919-4252-8015-C5462D0817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AFDF0E3-FB56-4142-AE32-9BF690A1CA0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7E03150-FC26-4C7F-801D-D6CB388C3D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2026/7/2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0EFCEF-321A-4F1F-810B-10D4D8521A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6656787-7355-4A2F-BDD0-08F43098E2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370C34-D689-44D5-B50E-278621F6D9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1CA00AE-D13F-4002-B179-72EF957940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B6C0CEA-EC4D-4A71-B1C2-A5DC3CE8EA8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41BFF85-5CD4-4523-8B98-D369F3B442D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FA6875F-81F7-4A85-9CAB-3B0DA0FA05D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724555C-550B-4AEF-AE9E-9EC8B47A92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2026/7/2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DC7DC51-1E6F-4809-840E-01949A7DC8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0A13070-3BDE-482F-B0C6-1489911DE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758B9C-9B55-461D-BDA3-55E4F79F58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3AB0851-7F6D-4A19-AC44-A246AB16D4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2026/7/2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C580E4F-D2E9-4E7C-AB35-24544A600F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636D2A4-DE7F-4C5F-B040-9CE9B584AA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BD6647B-70D3-4CEF-BA24-5D7CABEA15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2026/7/2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97938DE-8F62-450B-9FE7-8CF32C4F3E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7D19D1F-C2E7-4498-86D9-402C9B9F55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1C4A4B-40E9-4DC7-8CBD-17CEB8DE2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728FF5-2F1B-486D-BEA3-125E4E6DA9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FF868F5-8B1B-4228-A9AF-8FAE8DE729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354DA95-4E03-435C-971C-6F914E89EE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2026/7/2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216F587-16D5-4ACD-AB82-E236CBF435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46147FE-01C9-458F-9D0F-BDD7F494A7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77FEC8-DFD2-4690-A46E-1E9B5E1AC3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DB78556-F14F-4C46-AA06-7B7A07B9164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968591E-4F01-4D5D-92A9-D673740A71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B93F34E-55F5-406F-9743-A7A9B3F4FE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2026/7/2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52B2899-0E43-4ED4-9530-CC4DE9C9BA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2D1FA7F-7DEB-4CBE-A030-B77E9AD2F4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511CC3-8D9E-4C2E-B47C-68E1B3106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D7D45B-221A-4C52-BDB2-F50FB617A7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AB61C7-C709-4A7F-99B7-4F2318619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2026/7/2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C7DD6A-AD41-488E-BD80-1B630994D2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432E08-976D-48B0-A36D-85FDD7FB90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D3278D1-3C37-453F-B616-5919B97C9B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BF9F92-A9A6-4B58-BA85-34781984A5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902ADCE-CE46-482E-A052-B50FE752DE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2026/7/2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092424-0E7E-4EF9-B6E0-311C7A8AB0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A01F77-83F6-4D29-8C8E-2E070997C0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b70cc6f2f4401d" /><Relationship Type="http://schemas.openxmlformats.org/officeDocument/2006/relationships/slideLayout" Target="/ppt/slideLayouts/slideLayout1.xml" Id="R24aadb5268844d04" /><Relationship Type="http://schemas.openxmlformats.org/officeDocument/2006/relationships/slideLayout" Target="/ppt/slideLayouts/slideLayout2.xml" Id="Rb7f4f087f97f4798" /><Relationship Type="http://schemas.openxmlformats.org/officeDocument/2006/relationships/slideLayout" Target="/ppt/slideLayouts/slideLayout3.xml" Id="Rb6c9bfd211564f09" /><Relationship Type="http://schemas.openxmlformats.org/officeDocument/2006/relationships/slideLayout" Target="/ppt/slideLayouts/slideLayout4.xml" Id="Re6fe7d1f1c314a29" /><Relationship Type="http://schemas.openxmlformats.org/officeDocument/2006/relationships/slideLayout" Target="/ppt/slideLayouts/slideLayout5.xml" Id="R5de85e1a08c14f9a" /><Relationship Type="http://schemas.openxmlformats.org/officeDocument/2006/relationships/slideLayout" Target="/ppt/slideLayouts/slideLayout6.xml" Id="R96e3dd1ed10941aa" /><Relationship Type="http://schemas.openxmlformats.org/officeDocument/2006/relationships/slideLayout" Target="/ppt/slideLayouts/slideLayout7.xml" Id="Rdcd885e6c8ab4ced" /><Relationship Type="http://schemas.openxmlformats.org/officeDocument/2006/relationships/slideLayout" Target="/ppt/slideLayouts/slideLayout8.xml" Id="R62a9a66776fb432d" /><Relationship Type="http://schemas.openxmlformats.org/officeDocument/2006/relationships/slideLayout" Target="/ppt/slideLayouts/slideLayout9.xml" Id="R35a3424183314182" /><Relationship Type="http://schemas.openxmlformats.org/officeDocument/2006/relationships/slideLayout" Target="/ppt/slideLayouts/slideLayout10.xml" Id="R1b7b062a5894413b" /><Relationship Type="http://schemas.openxmlformats.org/officeDocument/2006/relationships/slideLayout" Target="/ppt/slideLayouts/slideLayout11.xml" Id="R543834c191e7492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937FB74-C5E1-431C-A0B0-1378A9D1EF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C3019D1-E67B-4433-B2C8-CCA47EF335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3C29E5F-635D-4B0F-8784-9487A220746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2026/7/2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1E3342-E49E-47F2-8E6B-44D77E69261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7AAE76-323A-4FA4-B727-4419A59F54B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aadb5268844d04"/>
    <p:sldLayoutId xmlns:r="http://schemas.openxmlformats.org/officeDocument/2006/relationships" id="2147483650" r:id="Rb7f4f087f97f4798"/>
    <p:sldLayoutId xmlns:r="http://schemas.openxmlformats.org/officeDocument/2006/relationships" id="2147483651" r:id="Rb6c9bfd211564f09"/>
    <p:sldLayoutId xmlns:r="http://schemas.openxmlformats.org/officeDocument/2006/relationships" id="2147483652" r:id="Re6fe7d1f1c314a29"/>
    <p:sldLayoutId xmlns:r="http://schemas.openxmlformats.org/officeDocument/2006/relationships" id="2147483653" r:id="R5de85e1a08c14f9a"/>
    <p:sldLayoutId xmlns:r="http://schemas.openxmlformats.org/officeDocument/2006/relationships" id="2147483654" r:id="R96e3dd1ed10941aa"/>
    <p:sldLayoutId xmlns:r="http://schemas.openxmlformats.org/officeDocument/2006/relationships" id="2147483655" r:id="Rdcd885e6c8ab4ced"/>
    <p:sldLayoutId xmlns:r="http://schemas.openxmlformats.org/officeDocument/2006/relationships" id="2147483656" r:id="R62a9a66776fb432d"/>
    <p:sldLayoutId xmlns:r="http://schemas.openxmlformats.org/officeDocument/2006/relationships" id="2147483657" r:id="R35a3424183314182"/>
    <p:sldLayoutId xmlns:r="http://schemas.openxmlformats.org/officeDocument/2006/relationships" id="2147483658" r:id="R1b7b062a5894413b"/>
    <p:sldLayoutId xmlns:r="http://schemas.openxmlformats.org/officeDocument/2006/relationships" id="2147483659" r:id="R543834c191e74922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f9b0d2aa2e4e77" /><Relationship Type="http://schemas.openxmlformats.org/officeDocument/2006/relationships/image" Target="/ppt/media/image.jpeg" Id="R48fbe10bb5c74e2b" /><Relationship Type="http://schemas.openxmlformats.org/officeDocument/2006/relationships/notesSlide" Target="/ppt/notesSlides/notesSlide1.xml" Id="Ra60ead8f265049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4380940ef7465a" /><Relationship Type="http://schemas.openxmlformats.org/officeDocument/2006/relationships/image" Target="/ppt/media/image2.jpeg" Id="R5a051907fffb4859" /><Relationship Type="http://schemas.openxmlformats.org/officeDocument/2006/relationships/notesSlide" Target="/ppt/notesSlides/notesSlide2.xml" Id="R22991ac88e5a42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709665ea88443d" /><Relationship Type="http://schemas.openxmlformats.org/officeDocument/2006/relationships/image" Target="/ppt/media/image2.jpeg" Id="Rfc944419eabf4d5e" /><Relationship Type="http://schemas.openxmlformats.org/officeDocument/2006/relationships/notesSlide" Target="/ppt/notesSlides/notesSlide3.xml" Id="R37dba19c2d614c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be10bb5c74e2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948940" y="3110333"/>
            <a:ext cx="6309360" cy="232897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D90004-9E96-49C0-AA37-53C05C00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A90383C-0A31-462D-BBCA-925D1F50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64008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D9B5F"/>
          </a:solidFill>
          <a:ln xmlns:a="http://schemas.openxmlformats.org/drawingml/2006/main">
            <a:solidFill>
              <a:srgbClr val="2D9B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b="1"/>
              <a:t>01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3CEF4D7-2BCA-45BC-9D37-FFCF8BCF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29184"/>
            <a:ext cx="6380849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87771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3458"/>
                </a:solidFill>
                <a:latin typeface="Microsoft YaHei"/>
                <a:ea typeface="Microsoft YaHei"/>
                <a:cs typeface="Microsoft YaHei"/>
              </a:defRPr>
            </a:pPr>
            <a:r>
              <a:t>本周进展：SceneGraphVLM 本地初测已跑通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4923BA-EAA4-46D7-8E41-6A40A1A4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850392"/>
            <a:ext cx="636430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A606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微软雅黑"/>
                <a:ea typeface="微软雅黑"/>
                <a:cs typeface="微软雅黑"/>
              </a:rPr>
              <a:t>同一组 4 帧真实视频 · 官方 PVSG checkpoint · Windows 原生推理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AD57A90-C1B9-4E3D-BD79-B3EC6273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471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46E82"/>
                </a:solidFill>
                <a:latin typeface="Microsoft YaHei"/>
                <a:ea typeface="Microsoft YaHei"/>
                <a:cs typeface="Microsoft YaHei"/>
              </a:defRPr>
            </a:pPr>
            <a:r>
              <a:t>Video Scene Graph Generation 项目复现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871E583-F50A-46C0-9F9B-62FD5144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782" y="1325880"/>
            <a:ext cx="1234440" cy="301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D9B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Scene 初测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A9B479A-B46F-4616-B78F-5D9B7419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782" y="1700785"/>
            <a:ext cx="406908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CF6"/>
          </a:solidFill>
          <a:ln xmlns:a="http://schemas.openxmlformats.org/drawingml/2006/main" w="12700">
            <a:solidFill>
              <a:srgbClr val="DA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773B7BA-EA4E-4B87-9D69-2BC4C3C9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74" y="1783080"/>
            <a:ext cx="37398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D9B5F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运行基础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0F2ED1D-137C-4807-A380-58764BD4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74" y="2121408"/>
            <a:ext cx="3666744" cy="892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3232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/>
              <a:t>• RTX 3080 Ti Laptop · 16GB</a:t>
            </a:r>
          </a:p>
          <a:p xmlns:a="http://schemas.openxmlformats.org/drawingml/2006/main">
            <a:pPr>
              <a:buNone/>
              <a:defRPr sz="1100">
                <a:solidFill>
                  <a:srgbClr val="3232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/>
              <a:t>• Python 3.10 / Torch 2.5.1</a:t>
            </a:r>
          </a:p>
          <a:p xmlns:a="http://schemas.openxmlformats.org/drawingml/2006/main">
            <a:pPr>
              <a:buNone/>
              <a:defRPr sz="1100">
                <a:solidFill>
                  <a:srgbClr val="3232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/>
              <a:t>• Qwen3.5-0.8B · BF16 · batch=1</a:t>
            </a:r>
          </a:p>
          <a:p xmlns:a="http://schemas.openxmlformats.org/drawingml/2006/main">
            <a:pPr>
              <a:buNone/>
              <a:defRPr sz="1100">
                <a:solidFill>
                  <a:srgbClr val="3232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/>
              <a:t>• 4 帧输入，640×480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DD8E60A-6018-4313-A48A-655D972C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6116" y="1485901"/>
            <a:ext cx="4069080" cy="15864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12700">
            <a:solidFill>
              <a:srgbClr val="DA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00"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89D8A8F-CAC7-4009-860A-AE7B40EC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708" y="1627632"/>
            <a:ext cx="37398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D9B5F"/>
                </a:solidFill>
                <a:latin typeface="Microsoft YaHei"/>
                <a:ea typeface="Microsoft YaHei"/>
                <a:cs typeface="Microsoft YaHei"/>
              </a:defRPr>
            </a:pPr>
            <a:r>
              <a:t>端到端结果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EE20715-4716-4A96-B561-0AC44D2B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1888"/>
            <a:ext cx="1083564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50">
                <a:solidFill>
                  <a:srgbClr val="4646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>
                <a:solidFill>
                  <a:srgbClr val="464646"/>
                </a:solidFill>
                <a:latin typeface="Microsoft YaHei"/>
                <a:ea typeface="Microsoft YaHei"/>
                <a:cs typeface="Microsoft YaHei"/>
              </a:rPr>
              <a:t>证据：官方 PVSG checkpoint；experiments/real_video_probe；2026-07-07 本地实测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2CA6B5E-68B4-4701-BB6D-4DA02AB0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32120"/>
            <a:ext cx="7589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41414"/>
                </a:solidFill>
                <a:latin typeface="Microsoft YaHei"/>
                <a:ea typeface="Microsoft YaHei"/>
                <a:cs typeface="Microsoft YaHei"/>
              </a:defRPr>
            </a:pPr>
            <a:r>
              <a:t>初步判断：格式稳定，域外对象与关系语义仍不可靠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83451F01-3334-B762-AAF4-F503A64C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708" y="1945085"/>
            <a:ext cx="3317358" cy="1092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00">
                <a:latin typeface="微软雅黑"/>
                <a:ea typeface="微软雅黑"/>
                <a:cs typeface="微软雅黑"/>
              </a:rPr>
              <a:t>4/4 帧 TOON 解析成功；平均 10.0 个对象、1.25 条关系/帧；平均生成耗时 9.01 秒/帧。官方模型可运行，但真实场景关系召回明显偏低。</a:t>
            </a:r>
          </a:p>
        </p:txBody>
      </p:sp>
    </p:spTree>
    <p:extLst>
      <p:ext uri="{BB962C8B-B14F-4D97-AF65-F5344CB8AC3E}">
        <p14:creationId xmlns:p14="http://schemas.microsoft.com/office/powerpoint/2010/main" val="17237921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51907fffb48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94719" y="537125"/>
            <a:ext cx="3931253" cy="460905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E4D31B3-FD3D-43CA-BE6A-F532433E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E864897-EC7F-41D0-BE01-9B41357B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64008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D9B5F"/>
          </a:solidFill>
          <a:ln xmlns:a="http://schemas.openxmlformats.org/drawingml/2006/main">
            <a:solidFill>
              <a:srgbClr val="2D9B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b="1"/>
              <a:t>02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526613A-8D85-49B6-B5B2-A2244DF6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29184"/>
            <a:ext cx="5378395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3458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同一视频：两条路线的短板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C0B5B9-C1D8-48FD-B129-77611304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850392"/>
            <a:ext cx="372409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83484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A606C"/>
                </a:solidFill>
                <a:latin typeface="Microsoft YaHei"/>
                <a:ea typeface="Microsoft YaHei"/>
                <a:cs typeface="Microsoft YaHei"/>
              </a:defRPr>
            </a:pPr>
            <a:r>
              <a:t>SAMJAM 关系更丰富；SceneGraphVLM 输出更规整但更稀疏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D3EC625-043B-4EA4-8023-441408CC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47104"/>
            <a:ext cx="4754880" cy="220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>
                <a:solidFill>
                  <a:srgbClr val="646E82"/>
                </a:solidFill>
                <a:latin typeface="Microsoft YaHei"/>
                <a:ea typeface="Microsoft YaHei"/>
                <a:cs typeface="Microsoft YaHei"/>
              </a:defRPr>
            </a:pPr>
            <a:r>
              <a:t>Video Scene Graph Generation 项目复现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70B050F-AB94-498C-B03D-A733B3FB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028" y="1316736"/>
            <a:ext cx="3520440" cy="165215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CF6"/>
          </a:solidFill>
          <a:ln xmlns:a="http://schemas.openxmlformats.org/drawingml/2006/main" w="12700">
            <a:solidFill>
              <a:srgbClr val="DA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63AC031-5134-491B-8818-9CF2CC70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620" y="1426464"/>
            <a:ext cx="3191256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2D9B5F"/>
                </a:solidFill>
                <a:latin typeface="Microsoft YaHei"/>
                <a:ea typeface="Microsoft YaHei"/>
                <a:cs typeface="Microsoft YaHei"/>
              </a:defRPr>
            </a:pPr>
            <a:r>
              <a:t>SAMJAM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A31FB87-05F0-463D-9B20-5FD49A50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96" y="1819656"/>
            <a:ext cx="3259730" cy="892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00">
                <a:latin typeface="Microsoft YaHei"/>
                <a:ea typeface="Microsoft YaHei"/>
                <a:cs typeface="Microsoft YaHei"/>
              </a:defRPr>
            </a:pPr>
            <a:r>
              <a:t>• 10.5 个对象 / 8.75 条关系每帧</a:t>
            </a:r>
          </a:p>
          <a:p xmlns:a="http://schemas.openxmlformats.org/drawingml/2006/main">
            <a:pPr>
              <a:buNone/>
              <a:defRPr sz="1300">
                <a:latin typeface="Microsoft YaHei"/>
                <a:ea typeface="Microsoft YaHei"/>
                <a:cs typeface="Microsoft YaHei"/>
              </a:defRPr>
            </a:pPr>
            <a:r>
              <a:t>• 关系 ID 合法率 100%</a:t>
            </a:r>
          </a:p>
          <a:p xmlns:a="http://schemas.openxmlformats.org/drawingml/2006/main">
            <a:pPr>
              <a:buNone/>
              <a:defRPr sz="1300">
                <a:latin typeface="Microsoft YaHei"/>
                <a:ea typeface="Microsoft YaHei"/>
                <a:cs typeface="Microsoft YaHei"/>
              </a:defRPr>
            </a:pPr>
            <a:r>
              <a:t>• 6 组同 ID 名称发生漂移</a:t>
            </a:r>
          </a:p>
          <a:p xmlns:a="http://schemas.openxmlformats.org/drawingml/2006/main">
            <a:pPr>
              <a:buNone/>
              <a:defRPr sz="1300">
                <a:latin typeface="Microsoft YaHei"/>
                <a:ea typeface="Microsoft YaHei"/>
                <a:cs typeface="Microsoft YaHei"/>
              </a:defRPr>
            </a:pPr>
            <a:r>
              <a:t>• 检出双手，但 holding 不稳定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05EC3FA-6209-43D7-B723-740FC3D5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456" y="3105400"/>
            <a:ext cx="3520440" cy="165215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F8"/>
          </a:solidFill>
          <a:ln xmlns:a="http://schemas.openxmlformats.org/drawingml/2006/main" w="12700">
            <a:solidFill>
              <a:srgbClr val="DA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B2FAD2-EBF7-4AC9-84DD-2CAA6C78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048" y="3215128"/>
            <a:ext cx="3191256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CD4444"/>
                </a:solidFill>
                <a:latin typeface="Microsoft YaHei"/>
                <a:ea typeface="Microsoft YaHei"/>
                <a:cs typeface="Microsoft YaHei"/>
              </a:defRPr>
            </a:pPr>
            <a:r>
              <a:t>SceneGraphVLM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A0B8176-B75E-44D6-93C7-69419AD2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624" y="3608320"/>
            <a:ext cx="3319272" cy="1082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00">
                <a:solidFill>
                  <a:srgbClr val="1E23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latin typeface="Microsoft YaHei"/>
                <a:ea typeface="Microsoft YaHei"/>
                <a:cs typeface="Microsoft YaHei"/>
              </a:rPr>
              <a:t>• 10.0 个对象 / 1.25 条关系每帧</a:t>
            </a:r>
          </a:p>
          <a:p xmlns:a="http://schemas.openxmlformats.org/drawingml/2006/main">
            <a:pPr>
              <a:buNone/>
              <a:defRPr sz="1300">
                <a:solidFill>
                  <a:srgbClr val="1E23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latin typeface="Microsoft YaHei"/>
                <a:ea typeface="Microsoft YaHei"/>
                <a:cs typeface="Microsoft YaHei"/>
              </a:rPr>
              <a:t>• TOON 结构与内部 ID 均合法</a:t>
            </a:r>
          </a:p>
          <a:p xmlns:a="http://schemas.openxmlformats.org/drawingml/2006/main">
            <a:pPr>
              <a:buNone/>
              <a:defRPr sz="1300">
                <a:solidFill>
                  <a:srgbClr val="1E23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latin typeface="Microsoft YaHei"/>
                <a:ea typeface="Microsoft YaHei"/>
                <a:cs typeface="Microsoft YaHei"/>
              </a:rPr>
              <a:t>• floor / table 框过大，adult 重复</a:t>
            </a:r>
          </a:p>
          <a:p xmlns:a="http://schemas.openxmlformats.org/drawingml/2006/main">
            <a:pPr>
              <a:buNone/>
              <a:defRPr sz="1300">
                <a:solidFill>
                  <a:srgbClr val="1E23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latin typeface="Microsoft YaHei"/>
                <a:ea typeface="Microsoft YaHei"/>
                <a:cs typeface="Microsoft YaHei"/>
              </a:rPr>
              <a:t>• 出现 adult holding mat 错误关系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B87861C-BA01-485E-8159-8A240222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6360"/>
            <a:ext cx="9738360" cy="548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DFA"/>
          </a:solidFill>
          <a:ln xmlns:a="http://schemas.openxmlformats.org/drawingml/2006/main" w="12700">
            <a:solidFill>
              <a:srgbClr val="DA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EF0B3E0-793C-4312-8C15-57F06A2B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269623"/>
            <a:ext cx="933602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00" b="1">
                <a:solidFill>
                  <a:srgbClr val="1E2328"/>
                </a:solidFill>
                <a:latin typeface="Microsoft YaHei"/>
                <a:ea typeface="Microsoft YaHei"/>
                <a:cs typeface="Microsoft YaHei"/>
              </a:defRPr>
            </a:pPr>
            <a:r>
              <a:t>结论：SAMJAM 丰富但语义漂移；SceneGraphVLM 规整但域外关系过稀。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211879B-7A49-42BC-AF5F-8BF85042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1888"/>
            <a:ext cx="1083564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4646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>
                <a:solidFill>
                  <a:srgbClr val="464646"/>
                </a:solidFill>
                <a:latin typeface="Microsoft YaHei"/>
                <a:ea typeface="Microsoft YaHei"/>
                <a:cs typeface="Microsoft YaHei"/>
              </a:rPr>
              <a:t>依据：同一组 4 帧输入；SAMJAM audit 与 SceneGraphVLM real_video_probe</a:t>
            </a:r>
          </a:p>
        </p:txBody>
      </p:sp>
    </p:spTree>
    <p:extLst>
      <p:ext uri="{BB962C8B-B14F-4D97-AF65-F5344CB8AC3E}">
        <p14:creationId xmlns:p14="http://schemas.microsoft.com/office/powerpoint/2010/main" val="4198077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44419eabf4d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94719" y="537125"/>
            <a:ext cx="3931253" cy="460905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E4D31B3-FD3D-43CA-BE6A-F532433E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137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E864897-EC7F-41D0-BE01-9B41357B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64008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D9B5F"/>
          </a:solidFill>
          <a:ln xmlns:a="http://schemas.openxmlformats.org/drawingml/2006/main">
            <a:solidFill>
              <a:srgbClr val="2D9B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b="1"/>
              <a:t>03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526613A-8D85-49B6-B5B2-A2244DF6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29184"/>
            <a:ext cx="5378395" cy="5078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3458"/>
                </a:solidFill>
                <a:latin typeface="Microsoft YaHei"/>
                <a:ea typeface="Microsoft YaHei"/>
                <a:cs typeface="Microsoft YaHei"/>
              </a:defRPr>
            </a:pPr>
            <a:r>
              <a:t>关系后端验证：直接接入失败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C0B5B9-C1D8-48FD-B129-77611304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850392"/>
            <a:ext cx="372409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76297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A606C"/>
                </a:solidFill>
                <a:latin typeface="Microsoft YaHei"/>
                <a:ea typeface="Microsoft YaHei"/>
                <a:cs typeface="Microsoft YaHei"/>
              </a:defRPr>
            </a:pPr>
            <a:r>
              <a:t>Prompt 约束实验显示：模型不会服从“已知对象 → 仅补关系”接口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D3EC625-043B-4EA4-8023-441408CC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47104"/>
            <a:ext cx="4754880" cy="220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50">
                <a:solidFill>
                  <a:srgbClr val="646E82"/>
                </a:solidFill>
                <a:latin typeface="Microsoft YaHei"/>
                <a:ea typeface="Microsoft YaHei"/>
                <a:cs typeface="Microsoft YaHei"/>
              </a:defRPr>
            </a:pPr>
            <a:r>
              <a:t>Video Scene Graph Generation 项目复现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70B050F-AB94-498C-B03D-A733B3FB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028" y="1316736"/>
            <a:ext cx="3520440" cy="165215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CF6"/>
          </a:solidFill>
          <a:ln xmlns:a="http://schemas.openxmlformats.org/drawingml/2006/main" w="12700">
            <a:solidFill>
              <a:srgbClr val="DA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63AC031-5134-491B-8818-9CF2CC70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620" y="1426464"/>
            <a:ext cx="3191256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2D9B5F"/>
                </a:solidFill>
                <a:latin typeface="Microsoft YaHei"/>
                <a:ea typeface="Microsoft YaHei"/>
                <a:cs typeface="Microsoft YaHei"/>
              </a:defRPr>
            </a:pPr>
            <a:r>
              <a:t>约束设计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A31FB87-05F0-463D-9B20-5FD49A50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96" y="1819656"/>
            <a:ext cx="3259730" cy="892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00">
                <a:latin typeface="Microsoft YaHei"/>
                <a:ea typeface="Microsoft YaHei"/>
                <a:cs typeface="Microsoft YaHei"/>
              </a:defRPr>
            </a:pPr>
            <a:r>
              <a:t>• 输入 SAMJAM 已知 object_id</a:t>
            </a:r>
          </a:p>
          <a:p xmlns:a="http://schemas.openxmlformats.org/drawingml/2006/main">
            <a:pPr>
              <a:buNone/>
              <a:defRPr sz="1300">
                <a:latin typeface="Microsoft YaHei"/>
                <a:ea typeface="Microsoft YaHei"/>
                <a:cs typeface="Microsoft YaHei"/>
              </a:defRPr>
            </a:pPr>
            <a:r>
              <a:t>• 只允许输出关系三元组</a:t>
            </a:r>
          </a:p>
          <a:p xmlns:a="http://schemas.openxmlformats.org/drawingml/2006/main">
            <a:pPr>
              <a:buNone/>
              <a:defRPr sz="1300">
                <a:latin typeface="Microsoft YaHei"/>
                <a:ea typeface="Microsoft YaHei"/>
                <a:cs typeface="Microsoft YaHei"/>
              </a:defRPr>
            </a:pPr>
            <a:r>
              <a:t>• 禁止新增对象与新 ID</a:t>
            </a:r>
          </a:p>
          <a:p xmlns:a="http://schemas.openxmlformats.org/drawingml/2006/main">
            <a:pPr>
              <a:buNone/>
              <a:defRPr sz="1300">
                <a:latin typeface="Microsoft YaHei"/>
                <a:ea typeface="Microsoft YaHei"/>
                <a:cs typeface="Microsoft YaHei"/>
              </a:defRPr>
            </a:pPr>
            <a:r>
              <a:t>• 仍使用同一组 4 帧视频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05EC3FA-6209-43D7-B723-740FC3D5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456" y="3105400"/>
            <a:ext cx="3520440" cy="165215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F8"/>
          </a:solidFill>
          <a:ln xmlns:a="http://schemas.openxmlformats.org/drawingml/2006/main" w="12700">
            <a:solidFill>
              <a:srgbClr val="DA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B2FAD2-EBF7-4AC9-84DD-2CAA6C78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048" y="3215128"/>
            <a:ext cx="3191256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CD4444"/>
                </a:solidFill>
                <a:latin typeface="Microsoft YaHei"/>
                <a:ea typeface="Microsoft YaHei"/>
                <a:cs typeface="Microsoft YaHei"/>
              </a:defRPr>
            </a:pPr>
            <a:r>
              <a:t>实际结果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A0B8176-B75E-44D6-93C7-69419AD2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624" y="3608320"/>
            <a:ext cx="3319272" cy="1082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00">
                <a:solidFill>
                  <a:srgbClr val="1E23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latin typeface="Microsoft YaHei"/>
                <a:ea typeface="Microsoft YaHei"/>
                <a:cs typeface="Microsoft YaHei"/>
              </a:rPr>
              <a:t>• 仅关系输出服从率：0 / 4</a:t>
            </a:r>
          </a:p>
          <a:p xmlns:a="http://schemas.openxmlformats.org/drawingml/2006/main">
            <a:pPr>
              <a:buNone/>
              <a:defRPr sz="1300">
                <a:solidFill>
                  <a:srgbClr val="1E23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latin typeface="Microsoft YaHei"/>
                <a:ea typeface="Microsoft YaHei"/>
                <a:cs typeface="Microsoft YaHei"/>
              </a:rPr>
              <a:t>• 使用白名单 ID 的关系：0%</a:t>
            </a:r>
          </a:p>
          <a:p xmlns:a="http://schemas.openxmlformats.org/drawingml/2006/main">
            <a:pPr>
              <a:buNone/>
              <a:defRPr sz="1300">
                <a:solidFill>
                  <a:srgbClr val="1E23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latin typeface="Microsoft YaHei"/>
                <a:ea typeface="Microsoft YaHei"/>
                <a:cs typeface="Microsoft YaHei"/>
              </a:rPr>
              <a:t>• 模型重新生成对象表和连续 ID</a:t>
            </a:r>
          </a:p>
          <a:p xmlns:a="http://schemas.openxmlformats.org/drawingml/2006/main">
            <a:pPr>
              <a:buNone/>
              <a:defRPr sz="1300">
                <a:solidFill>
                  <a:srgbClr val="1E23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latin typeface="Microsoft YaHei"/>
                <a:ea typeface="Microsoft YaHei"/>
                <a:cs typeface="Microsoft YaHei"/>
              </a:rPr>
              <a:t>• 另出现 1 条残缺关系记录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B87861C-BA01-485E-8159-8A240222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6360"/>
            <a:ext cx="9738360" cy="548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FDFA"/>
          </a:solidFill>
          <a:ln xmlns:a="http://schemas.openxmlformats.org/drawingml/2006/main" w="12700">
            <a:solidFill>
              <a:srgbClr val="DAE2E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EF0B3E0-793C-4312-8C15-57F06A2B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269623"/>
            <a:ext cx="933602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00" b="1">
                <a:solidFill>
                  <a:srgbClr val="1E2328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下一步：构造 image + known objects → relations-only 数据，并进行 LoRA / SFT。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211879B-7A49-42BC-AF5F-8BF85042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1888"/>
            <a:ext cx="1083564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850" b="0">
                <a:solidFill>
                  <a:srgbClr val="4646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>
                <a:solidFill>
                  <a:srgbClr val="464646"/>
                </a:solidFill>
                <a:latin typeface="Microsoft YaHei"/>
                <a:ea typeface="Microsoft YaHei"/>
                <a:cs typeface="Microsoft YaHei"/>
              </a:rPr>
              <a:t>依据：experiments/constrained_relation_probe；官方 PVSG checkpoint 本地实测</a:t>
            </a:r>
          </a:p>
        </p:txBody>
      </p:sp>
    </p:spTree>
    <p:extLst>
      <p:ext uri="{BB962C8B-B14F-4D97-AF65-F5344CB8AC3E}">
        <p14:creationId xmlns:p14="http://schemas.microsoft.com/office/powerpoint/2010/main" val="41980774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2026-07-06T17:14:53.0260000Z</dcterms:created>
  <dcterms:modified xsi:type="dcterms:W3CDTF">2026-07-06T17:14:53.0260000Z</dcterms:modified>
</coreProperties>
</file>